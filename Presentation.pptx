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e6a762cbe6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e6a762cbe6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e6a762cbe6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e6a762cbe6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e6a762cbe6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e6a762cbe6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e6a762cbe6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e6a762cbe6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e6a762cbe6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e6a762cbe6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e6ab947803_1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e6ab947803_1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e6ab947803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e6ab947803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227650"/>
            <a:ext cx="4974000" cy="1262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Pixel Art Editor – CSE115 Group Project</a:t>
            </a:r>
            <a:endParaRPr sz="35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226325" y="1731450"/>
            <a:ext cx="4974000" cy="30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dk1"/>
                </a:solidFill>
              </a:rPr>
              <a:t>Project Overview</a:t>
            </a:r>
            <a:endParaRPr b="1" sz="16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500">
                <a:solidFill>
                  <a:schemeClr val="dk1"/>
                </a:solidFill>
              </a:rPr>
              <a:t>A pixel art editor is a grid-based drawing system where each cell represents a pixel</a:t>
            </a:r>
            <a:endParaRPr sz="15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500">
                <a:solidFill>
                  <a:schemeClr val="dk1"/>
                </a:solidFill>
              </a:rPr>
              <a:t>This project is developed using the C programming language</a:t>
            </a:r>
            <a:endParaRPr sz="15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500">
                <a:solidFill>
                  <a:schemeClr val="dk1"/>
                </a:solidFill>
              </a:rPr>
              <a:t>It allows users to draw, erase, and fill pixels on a 20×20 canvas</a:t>
            </a:r>
            <a:endParaRPr sz="15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500">
                <a:solidFill>
                  <a:schemeClr val="dk1"/>
                </a:solidFill>
              </a:rPr>
              <a:t>The system is menu-driven and interactive</a:t>
            </a:r>
            <a:endParaRPr sz="15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500">
                <a:solidFill>
                  <a:schemeClr val="dk1"/>
                </a:solidFill>
              </a:rPr>
              <a:t>It demonstrates the use of 2D arrays, functions, and control structures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3027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11"/>
              <a:t>Code Structure &amp; Core Components</a:t>
            </a:r>
            <a:endParaRPr sz="3011"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393425" y="1173850"/>
            <a:ext cx="5552700" cy="38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</a:rPr>
              <a:t>Key Modules:</a:t>
            </a:r>
            <a:endParaRPr b="1"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❏"/>
            </a:pPr>
            <a:r>
              <a:rPr lang="en" sz="1700">
                <a:solidFill>
                  <a:schemeClr val="dk1"/>
                </a:solidFill>
              </a:rPr>
              <a:t>Global 2D array used as the canvas (20×20 grid).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❏"/>
            </a:pPr>
            <a:r>
              <a:rPr lang="en" sz="1700">
                <a:solidFill>
                  <a:schemeClr val="dk1"/>
                </a:solidFill>
              </a:rPr>
              <a:t>Modular design using separate functions for each feature.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❏"/>
            </a:pPr>
            <a:r>
              <a:rPr lang="en" sz="1700">
                <a:solidFill>
                  <a:schemeClr val="dk1"/>
                </a:solidFill>
              </a:rPr>
              <a:t>InitializeGrid sets all cells to 0,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❏"/>
            </a:pPr>
            <a:r>
              <a:rPr lang="en" sz="1700">
                <a:solidFill>
                  <a:schemeClr val="dk1"/>
                </a:solidFill>
              </a:rPr>
              <a:t>DisplayGrid shows the current state of the canvas and renders ‘+’ for 0, numbers for colors.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❏"/>
            </a:pPr>
            <a:r>
              <a:rPr lang="en" sz="1700">
                <a:solidFill>
                  <a:schemeClr val="dk1"/>
                </a:solidFill>
              </a:rPr>
              <a:t>DrawPixel updates a specific cell with a color.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❏"/>
            </a:pPr>
            <a:r>
              <a:rPr lang="en" sz="1700">
                <a:solidFill>
                  <a:schemeClr val="dk1"/>
                </a:solidFill>
              </a:rPr>
              <a:t>ErasePixel resets a selected cell to 0.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❏"/>
            </a:pPr>
            <a:r>
              <a:rPr lang="en" sz="1700">
                <a:solidFill>
                  <a:schemeClr val="dk1"/>
                </a:solidFill>
              </a:rPr>
              <a:t>FillGrid applies one color to the entire grid.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❏"/>
            </a:pPr>
            <a:r>
              <a:rPr lang="en" sz="1700">
                <a:solidFill>
                  <a:schemeClr val="dk1"/>
                </a:solidFill>
              </a:rPr>
              <a:t>Menu-driven control using loop and switch-case.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89775" y="4606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500">
                <a:solidFill>
                  <a:srgbClr val="000000"/>
                </a:solidFill>
              </a:rPr>
              <a:t>Main Functionalities</a:t>
            </a:r>
            <a:endParaRPr sz="25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520"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89775" y="1389300"/>
            <a:ext cx="4277700" cy="31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</a:rPr>
              <a:t>1. Display Grid</a:t>
            </a:r>
            <a:endParaRPr b="1" sz="20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n" sz="1700">
                <a:solidFill>
                  <a:schemeClr val="dk1"/>
                </a:solidFill>
              </a:rPr>
              <a:t>Displays the current state of the canvas.</a:t>
            </a:r>
            <a:endParaRPr b="1"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n" sz="1700">
                <a:solidFill>
                  <a:schemeClr val="dk1"/>
                </a:solidFill>
              </a:rPr>
              <a:t>Uses '+' to represent empty pixels.</a:t>
            </a:r>
            <a:endParaRPr b="1"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n" sz="1700">
                <a:solidFill>
                  <a:schemeClr val="dk1"/>
                </a:solidFill>
              </a:rPr>
              <a:t>Shows numbers for colored pixels.</a:t>
            </a:r>
            <a:endParaRPr b="1"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n" sz="1700">
                <a:solidFill>
                  <a:schemeClr val="dk1"/>
                </a:solidFill>
              </a:rPr>
              <a:t>Uses nested loops to traverse the grid.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</a:endParaRPr>
          </a:p>
        </p:txBody>
      </p:sp>
      <p:pic>
        <p:nvPicPr>
          <p:cNvPr id="68" name="Google Shape;68;p15" title="Code_LlgHSdwqpC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32075" y="1072400"/>
            <a:ext cx="3641657" cy="380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840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Main Functionalities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4566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</a:rPr>
              <a:t> 2. </a:t>
            </a:r>
            <a:r>
              <a:rPr b="1" lang="en" sz="2000">
                <a:solidFill>
                  <a:schemeClr val="dk1"/>
                </a:solidFill>
              </a:rPr>
              <a:t>Draw Pixel</a:t>
            </a:r>
            <a:endParaRPr b="1" sz="20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Allows user to select a specific row and column.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User inputs a color value.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Updates that position in the grid.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Includes boundary checking for valid input.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75" name="Google Shape;75;p16" title="Code_vztoJqTlEU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08450" y="484050"/>
            <a:ext cx="3495816" cy="378195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6"/>
          <p:cNvSpPr txBox="1"/>
          <p:nvPr/>
        </p:nvSpPr>
        <p:spPr>
          <a:xfrm>
            <a:off x="5143525" y="4456650"/>
            <a:ext cx="3460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A Triangle is drawn</a:t>
            </a:r>
            <a:endParaRPr sz="15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60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b="1" lang="en"/>
              <a:t>Main Functionalities</a:t>
            </a:r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1225375"/>
            <a:ext cx="4371300" cy="334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</a:rPr>
              <a:t>3. Erase Pixel</a:t>
            </a:r>
            <a:endParaRPr b="1" sz="20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User selects a specific position.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The selected pixel is reset to 0.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Effectively removes the color from that cell.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Includes boundary validation.</a:t>
            </a:r>
            <a:endParaRPr sz="1700">
              <a:solidFill>
                <a:schemeClr val="dk1"/>
              </a:solidFill>
            </a:endParaRPr>
          </a:p>
        </p:txBody>
      </p:sp>
      <p:pic>
        <p:nvPicPr>
          <p:cNvPr id="83" name="Google Shape;83;p17" title="Code_X8ouliXtw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05625" y="460625"/>
            <a:ext cx="3306499" cy="3805374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7"/>
          <p:cNvSpPr txBox="1"/>
          <p:nvPr/>
        </p:nvSpPr>
        <p:spPr>
          <a:xfrm>
            <a:off x="5362050" y="4363000"/>
            <a:ext cx="2607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Erased row6 col10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b="1" lang="en"/>
              <a:t>Main Functionalities</a:t>
            </a:r>
            <a:endParaRPr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</a:rPr>
              <a:t>4. Fill Grid</a:t>
            </a:r>
            <a:endParaRPr b="1" sz="20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Fills the entire grid with a single color.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Useful for quick background changes.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Takes one color input from the user.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Selecting ‘0’ erases everything.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Updates all cells at once.</a:t>
            </a:r>
            <a:endParaRPr sz="1700">
              <a:solidFill>
                <a:schemeClr val="dk1"/>
              </a:solidFill>
            </a:endParaRPr>
          </a:p>
        </p:txBody>
      </p:sp>
      <p:pic>
        <p:nvPicPr>
          <p:cNvPr id="91" name="Google Shape;91;p18" title="Code_6t7e0kAGOv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86375" y="619675"/>
            <a:ext cx="3447314" cy="3820974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8"/>
          <p:cNvSpPr txBox="1"/>
          <p:nvPr/>
        </p:nvSpPr>
        <p:spPr>
          <a:xfrm>
            <a:off x="5286375" y="4568875"/>
            <a:ext cx="3546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Background filled with ‘8’</a:t>
            </a:r>
            <a:endParaRPr sz="15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b="1" lang="en"/>
              <a:t>Program Flow</a:t>
            </a:r>
            <a:endParaRPr b="1"/>
          </a:p>
        </p:txBody>
      </p:sp>
      <p:sp>
        <p:nvSpPr>
          <p:cNvPr id="98" name="Google Shape;98;p19"/>
          <p:cNvSpPr txBox="1"/>
          <p:nvPr>
            <p:ph idx="1" type="body"/>
          </p:nvPr>
        </p:nvSpPr>
        <p:spPr>
          <a:xfrm>
            <a:off x="311700" y="1152475"/>
            <a:ext cx="4558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❏"/>
            </a:pPr>
            <a:r>
              <a:rPr lang="en" sz="1600">
                <a:solidFill>
                  <a:schemeClr val="dk1"/>
                </a:solidFill>
              </a:rPr>
              <a:t>Initialize grid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❏"/>
            </a:pPr>
            <a:r>
              <a:rPr lang="en" sz="1600">
                <a:solidFill>
                  <a:schemeClr val="dk1"/>
                </a:solidFill>
              </a:rPr>
              <a:t>Show menu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❏"/>
            </a:pPr>
            <a:r>
              <a:rPr lang="en" sz="1600">
                <a:solidFill>
                  <a:schemeClr val="dk1"/>
                </a:solidFill>
              </a:rPr>
              <a:t>User selects option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❏"/>
            </a:pPr>
            <a:r>
              <a:rPr lang="en" sz="1600">
                <a:solidFill>
                  <a:schemeClr val="dk1"/>
                </a:solidFill>
              </a:rPr>
              <a:t>Function executes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❏"/>
            </a:pPr>
            <a:r>
              <a:rPr lang="en" sz="1600">
                <a:solidFill>
                  <a:schemeClr val="dk1"/>
                </a:solidFill>
              </a:rPr>
              <a:t>Grid updates and displays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❏"/>
            </a:pPr>
            <a:r>
              <a:rPr lang="en" sz="1600">
                <a:solidFill>
                  <a:schemeClr val="dk1"/>
                </a:solidFill>
              </a:rPr>
              <a:t>Repeat until exit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</p:txBody>
      </p:sp>
      <p:pic>
        <p:nvPicPr>
          <p:cNvPr id="99" name="Google Shape;99;p19" title="Code_JG0yDvY3T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69450" y="1562100"/>
            <a:ext cx="2819400" cy="20193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9"/>
          <p:cNvSpPr txBox="1"/>
          <p:nvPr/>
        </p:nvSpPr>
        <p:spPr>
          <a:xfrm>
            <a:off x="5113250" y="3668375"/>
            <a:ext cx="2731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Editor Menu</a:t>
            </a:r>
            <a:endParaRPr sz="15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Conclusion</a:t>
            </a:r>
            <a:endParaRPr b="1"/>
          </a:p>
        </p:txBody>
      </p:sp>
      <p:sp>
        <p:nvSpPr>
          <p:cNvPr id="106" name="Google Shape;106;p20"/>
          <p:cNvSpPr txBox="1"/>
          <p:nvPr>
            <p:ph idx="1" type="body"/>
          </p:nvPr>
        </p:nvSpPr>
        <p:spPr>
          <a:xfrm>
            <a:off x="311700" y="1214950"/>
            <a:ext cx="6213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Successfully built a pixel art editor using C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Implemented core features using 2D arrays and functions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Applied fundamental programming concepts in a practical way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Simple, interactive, and functional system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